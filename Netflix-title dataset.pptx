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tella" charset="1" panose="00000000000000000000"/>
      <p:regular r:id="rId15"/>
    </p:embeddedFont>
    <p:embeddedFont>
      <p:font typeface="Playpen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11.png" Type="http://schemas.openxmlformats.org/officeDocument/2006/relationships/image"/><Relationship Id="rId17" Target="../media/image12.svg" Type="http://schemas.openxmlformats.org/officeDocument/2006/relationships/image"/><Relationship Id="rId18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45.png" Type="http://schemas.openxmlformats.org/officeDocument/2006/relationships/image"/><Relationship Id="rId15" Target="../media/image46.svg" Type="http://schemas.openxmlformats.org/officeDocument/2006/relationships/image"/><Relationship Id="rId16" Target="../media/image47.png" Type="http://schemas.openxmlformats.org/officeDocument/2006/relationships/image"/><Relationship Id="rId17" Target="../media/image48.svg" Type="http://schemas.openxmlformats.org/officeDocument/2006/relationships/image"/><Relationship Id="rId18" Target="../media/image49.png" Type="http://schemas.openxmlformats.org/officeDocument/2006/relationships/image"/><Relationship Id="rId19" Target="../media/image5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53.png" Type="http://schemas.openxmlformats.org/officeDocument/2006/relationships/image"/><Relationship Id="rId13" Target="../media/image54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55.png" Type="http://schemas.openxmlformats.org/officeDocument/2006/relationships/image"/><Relationship Id="rId17" Target="../media/image5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83511" y="-4560398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8" y="0"/>
                </a:lnTo>
                <a:lnTo>
                  <a:pt x="12923098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65573">
            <a:off x="-817484" y="1541414"/>
            <a:ext cx="3692368" cy="2141574"/>
          </a:xfrm>
          <a:custGeom>
            <a:avLst/>
            <a:gdLst/>
            <a:ahLst/>
            <a:cxnLst/>
            <a:rect r="r" b="b" t="t" l="l"/>
            <a:pathLst>
              <a:path h="2141574" w="3692368">
                <a:moveTo>
                  <a:pt x="0" y="0"/>
                </a:moveTo>
                <a:lnTo>
                  <a:pt x="3692368" y="0"/>
                </a:lnTo>
                <a:lnTo>
                  <a:pt x="3692368" y="2141574"/>
                </a:lnTo>
                <a:lnTo>
                  <a:pt x="0" y="2141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75016" y="3838676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7" y="0"/>
                </a:lnTo>
                <a:lnTo>
                  <a:pt x="12923097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38622">
            <a:off x="15842959" y="6303270"/>
            <a:ext cx="2832682" cy="2333422"/>
          </a:xfrm>
          <a:custGeom>
            <a:avLst/>
            <a:gdLst/>
            <a:ahLst/>
            <a:cxnLst/>
            <a:rect r="r" b="b" t="t" l="l"/>
            <a:pathLst>
              <a:path h="2333422" w="2832682">
                <a:moveTo>
                  <a:pt x="0" y="0"/>
                </a:moveTo>
                <a:lnTo>
                  <a:pt x="2832682" y="0"/>
                </a:lnTo>
                <a:lnTo>
                  <a:pt x="2832682" y="2333421"/>
                </a:lnTo>
                <a:lnTo>
                  <a:pt x="0" y="2333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87589">
            <a:off x="4585071" y="7431837"/>
            <a:ext cx="2112343" cy="3146880"/>
          </a:xfrm>
          <a:custGeom>
            <a:avLst/>
            <a:gdLst/>
            <a:ahLst/>
            <a:cxnLst/>
            <a:rect r="r" b="b" t="t" l="l"/>
            <a:pathLst>
              <a:path h="3146880" w="2112343">
                <a:moveTo>
                  <a:pt x="0" y="0"/>
                </a:moveTo>
                <a:lnTo>
                  <a:pt x="2112343" y="0"/>
                </a:lnTo>
                <a:lnTo>
                  <a:pt x="2112343" y="3146879"/>
                </a:lnTo>
                <a:lnTo>
                  <a:pt x="0" y="31468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39960">
            <a:off x="12249544" y="-249203"/>
            <a:ext cx="3664228" cy="2216858"/>
          </a:xfrm>
          <a:custGeom>
            <a:avLst/>
            <a:gdLst/>
            <a:ahLst/>
            <a:cxnLst/>
            <a:rect r="r" b="b" t="t" l="l"/>
            <a:pathLst>
              <a:path h="2216858" w="3664228">
                <a:moveTo>
                  <a:pt x="0" y="0"/>
                </a:moveTo>
                <a:lnTo>
                  <a:pt x="3664229" y="0"/>
                </a:lnTo>
                <a:lnTo>
                  <a:pt x="3664229" y="2216858"/>
                </a:lnTo>
                <a:lnTo>
                  <a:pt x="0" y="22168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15944" y="1658106"/>
            <a:ext cx="13103496" cy="7011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49"/>
              </a:lnSpc>
              <a:spcBef>
                <a:spcPct val="0"/>
              </a:spcBef>
            </a:pPr>
            <a:r>
              <a:rPr lang="en-US" sz="22791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NETFLIX-title dataset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909196">
            <a:off x="10151711" y="1253182"/>
            <a:ext cx="957562" cy="943198"/>
          </a:xfrm>
          <a:custGeom>
            <a:avLst/>
            <a:gdLst/>
            <a:ahLst/>
            <a:cxnLst/>
            <a:rect r="r" b="b" t="t" l="l"/>
            <a:pathLst>
              <a:path h="943198" w="957562">
                <a:moveTo>
                  <a:pt x="0" y="0"/>
                </a:moveTo>
                <a:lnTo>
                  <a:pt x="957562" y="0"/>
                </a:lnTo>
                <a:lnTo>
                  <a:pt x="957562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909196">
            <a:off x="2698013" y="6806532"/>
            <a:ext cx="802686" cy="790646"/>
          </a:xfrm>
          <a:custGeom>
            <a:avLst/>
            <a:gdLst/>
            <a:ahLst/>
            <a:cxnLst/>
            <a:rect r="r" b="b" t="t" l="l"/>
            <a:pathLst>
              <a:path h="790646" w="802686">
                <a:moveTo>
                  <a:pt x="0" y="0"/>
                </a:moveTo>
                <a:lnTo>
                  <a:pt x="802686" y="0"/>
                </a:lnTo>
                <a:lnTo>
                  <a:pt x="802686" y="790646"/>
                </a:lnTo>
                <a:lnTo>
                  <a:pt x="0" y="7906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909196">
            <a:off x="13089938" y="8556275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39" y="0"/>
                </a:lnTo>
                <a:lnTo>
                  <a:pt x="580939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7304228">
            <a:off x="16490358" y="1655357"/>
            <a:ext cx="1966450" cy="1949244"/>
          </a:xfrm>
          <a:custGeom>
            <a:avLst/>
            <a:gdLst/>
            <a:ahLst/>
            <a:cxnLst/>
            <a:rect r="r" b="b" t="t" l="l"/>
            <a:pathLst>
              <a:path h="1949244" w="1966450">
                <a:moveTo>
                  <a:pt x="0" y="0"/>
                </a:moveTo>
                <a:lnTo>
                  <a:pt x="1966450" y="0"/>
                </a:lnTo>
                <a:lnTo>
                  <a:pt x="1966450" y="1949243"/>
                </a:lnTo>
                <a:lnTo>
                  <a:pt x="0" y="19492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531741" y="8036719"/>
            <a:ext cx="2395196" cy="1937114"/>
          </a:xfrm>
          <a:custGeom>
            <a:avLst/>
            <a:gdLst/>
            <a:ahLst/>
            <a:cxnLst/>
            <a:rect r="r" b="b" t="t" l="l"/>
            <a:pathLst>
              <a:path h="1937114" w="2395196">
                <a:moveTo>
                  <a:pt x="0" y="0"/>
                </a:moveTo>
                <a:lnTo>
                  <a:pt x="2395196" y="0"/>
                </a:lnTo>
                <a:lnTo>
                  <a:pt x="2395196" y="1937115"/>
                </a:lnTo>
                <a:lnTo>
                  <a:pt x="0" y="193711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2090" y="856667"/>
            <a:ext cx="2719646" cy="1784768"/>
          </a:xfrm>
          <a:custGeom>
            <a:avLst/>
            <a:gdLst/>
            <a:ahLst/>
            <a:cxnLst/>
            <a:rect r="r" b="b" t="t" l="l"/>
            <a:pathLst>
              <a:path h="1784768" w="2719646">
                <a:moveTo>
                  <a:pt x="0" y="0"/>
                </a:moveTo>
                <a:lnTo>
                  <a:pt x="2719646" y="0"/>
                </a:lnTo>
                <a:lnTo>
                  <a:pt x="2719646" y="1784768"/>
                </a:lnTo>
                <a:lnTo>
                  <a:pt x="0" y="1784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164653">
            <a:off x="2460178" y="7890097"/>
            <a:ext cx="2170557" cy="4114800"/>
          </a:xfrm>
          <a:custGeom>
            <a:avLst/>
            <a:gdLst/>
            <a:ahLst/>
            <a:cxnLst/>
            <a:rect r="r" b="b" t="t" l="l"/>
            <a:pathLst>
              <a:path h="4114800" w="2170557">
                <a:moveTo>
                  <a:pt x="0" y="0"/>
                </a:moveTo>
                <a:lnTo>
                  <a:pt x="2170557" y="0"/>
                </a:lnTo>
                <a:lnTo>
                  <a:pt x="2170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444610">
            <a:off x="-4048050" y="-4714517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8" y="0"/>
                </a:lnTo>
                <a:lnTo>
                  <a:pt x="12923098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49747" y="3204797"/>
            <a:ext cx="5048834" cy="4114800"/>
          </a:xfrm>
          <a:custGeom>
            <a:avLst/>
            <a:gdLst/>
            <a:ahLst/>
            <a:cxnLst/>
            <a:rect r="r" b="b" t="t" l="l"/>
            <a:pathLst>
              <a:path h="4114800" w="5048834">
                <a:moveTo>
                  <a:pt x="0" y="0"/>
                </a:moveTo>
                <a:lnTo>
                  <a:pt x="5048834" y="0"/>
                </a:lnTo>
                <a:lnTo>
                  <a:pt x="5048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20509" y="1160229"/>
            <a:ext cx="7104317" cy="148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0"/>
              </a:lnSpc>
              <a:spcBef>
                <a:spcPct val="0"/>
              </a:spcBef>
            </a:pPr>
            <a:r>
              <a:rPr lang="en-US" sz="9550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Executive summary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113481">
            <a:off x="13748823" y="6843129"/>
            <a:ext cx="8494625" cy="7124867"/>
          </a:xfrm>
          <a:custGeom>
            <a:avLst/>
            <a:gdLst/>
            <a:ahLst/>
            <a:cxnLst/>
            <a:rect r="r" b="b" t="t" l="l"/>
            <a:pathLst>
              <a:path h="7124867" w="8494625">
                <a:moveTo>
                  <a:pt x="0" y="0"/>
                </a:moveTo>
                <a:lnTo>
                  <a:pt x="8494626" y="0"/>
                </a:lnTo>
                <a:lnTo>
                  <a:pt x="8494626" y="7124867"/>
                </a:lnTo>
                <a:lnTo>
                  <a:pt x="0" y="71248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793735" y="3310601"/>
            <a:ext cx="7353200" cy="646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421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Netflix is one of the most popular media and video streaming platforms.</a:t>
            </a:r>
          </a:p>
          <a:p>
            <a:pPr algn="l">
              <a:lnSpc>
                <a:spcPts val="3659"/>
              </a:lnSpc>
            </a:pPr>
          </a:p>
          <a:p>
            <a:pPr algn="l" marL="564421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They have over 8000 movies or tv shows available on their platform, as of mid-2021, they have over 200M Subscribers globally.</a:t>
            </a:r>
          </a:p>
          <a:p>
            <a:pPr algn="l">
              <a:lnSpc>
                <a:spcPts val="3659"/>
              </a:lnSpc>
            </a:pPr>
          </a:p>
          <a:p>
            <a:pPr algn="l" marL="564421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This tabular dataset consists of listings of all the movies and tv shows available on Netflix, along with details such as - cast, directors, ratings, release year, duration, etc.</a:t>
            </a:r>
          </a:p>
          <a:p>
            <a:pPr algn="l">
              <a:lnSpc>
                <a:spcPts val="365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1909196">
            <a:off x="14801521" y="385068"/>
            <a:ext cx="957562" cy="943198"/>
          </a:xfrm>
          <a:custGeom>
            <a:avLst/>
            <a:gdLst/>
            <a:ahLst/>
            <a:cxnLst/>
            <a:rect r="r" b="b" t="t" l="l"/>
            <a:pathLst>
              <a:path h="943198" w="957562">
                <a:moveTo>
                  <a:pt x="0" y="0"/>
                </a:moveTo>
                <a:lnTo>
                  <a:pt x="957562" y="0"/>
                </a:lnTo>
                <a:lnTo>
                  <a:pt x="957562" y="943199"/>
                </a:lnTo>
                <a:lnTo>
                  <a:pt x="0" y="9431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909196">
            <a:off x="1648404" y="7471792"/>
            <a:ext cx="802686" cy="790646"/>
          </a:xfrm>
          <a:custGeom>
            <a:avLst/>
            <a:gdLst/>
            <a:ahLst/>
            <a:cxnLst/>
            <a:rect r="r" b="b" t="t" l="l"/>
            <a:pathLst>
              <a:path h="790646" w="802686">
                <a:moveTo>
                  <a:pt x="0" y="0"/>
                </a:moveTo>
                <a:lnTo>
                  <a:pt x="802686" y="0"/>
                </a:lnTo>
                <a:lnTo>
                  <a:pt x="802686" y="790646"/>
                </a:lnTo>
                <a:lnTo>
                  <a:pt x="0" y="7906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909196">
            <a:off x="11179866" y="9485842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39" y="0"/>
                </a:lnTo>
                <a:lnTo>
                  <a:pt x="580939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19447">
            <a:off x="10092882" y="4690605"/>
            <a:ext cx="10891673" cy="9135391"/>
          </a:xfrm>
          <a:custGeom>
            <a:avLst/>
            <a:gdLst/>
            <a:ahLst/>
            <a:cxnLst/>
            <a:rect r="r" b="b" t="t" l="l"/>
            <a:pathLst>
              <a:path h="9135391" w="10891673">
                <a:moveTo>
                  <a:pt x="0" y="0"/>
                </a:moveTo>
                <a:lnTo>
                  <a:pt x="10891674" y="0"/>
                </a:lnTo>
                <a:lnTo>
                  <a:pt x="10891674" y="9135390"/>
                </a:lnTo>
                <a:lnTo>
                  <a:pt x="0" y="913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035197" y="2374472"/>
            <a:ext cx="6093300" cy="9710437"/>
          </a:xfrm>
          <a:custGeom>
            <a:avLst/>
            <a:gdLst/>
            <a:ahLst/>
            <a:cxnLst/>
            <a:rect r="r" b="b" t="t" l="l"/>
            <a:pathLst>
              <a:path h="9710437" w="6093300">
                <a:moveTo>
                  <a:pt x="6093300" y="0"/>
                </a:moveTo>
                <a:lnTo>
                  <a:pt x="0" y="0"/>
                </a:lnTo>
                <a:lnTo>
                  <a:pt x="0" y="9710437"/>
                </a:lnTo>
                <a:lnTo>
                  <a:pt x="6093300" y="9710437"/>
                </a:lnTo>
                <a:lnTo>
                  <a:pt x="60933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03393" y="3028734"/>
            <a:ext cx="7641368" cy="148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0"/>
              </a:lnSpc>
              <a:spcBef>
                <a:spcPct val="0"/>
              </a:spcBef>
            </a:pPr>
            <a:r>
              <a:rPr lang="en-US" sz="9550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Details of the dataset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9444610">
            <a:off x="-6047767" y="-6620129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8" y="0"/>
                </a:lnTo>
                <a:lnTo>
                  <a:pt x="12923098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-294853"/>
            <a:ext cx="2475817" cy="2698438"/>
          </a:xfrm>
          <a:custGeom>
            <a:avLst/>
            <a:gdLst/>
            <a:ahLst/>
            <a:cxnLst/>
            <a:rect r="r" b="b" t="t" l="l"/>
            <a:pathLst>
              <a:path h="2698438" w="2475817">
                <a:moveTo>
                  <a:pt x="0" y="0"/>
                </a:moveTo>
                <a:lnTo>
                  <a:pt x="2475817" y="0"/>
                </a:lnTo>
                <a:lnTo>
                  <a:pt x="2475817" y="2698437"/>
                </a:lnTo>
                <a:lnTo>
                  <a:pt x="0" y="26984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8747782">
            <a:off x="-746046" y="6603090"/>
            <a:ext cx="3029522" cy="4114800"/>
          </a:xfrm>
          <a:custGeom>
            <a:avLst/>
            <a:gdLst/>
            <a:ahLst/>
            <a:cxnLst/>
            <a:rect r="r" b="b" t="t" l="l"/>
            <a:pathLst>
              <a:path h="4114800" w="3029522">
                <a:moveTo>
                  <a:pt x="0" y="0"/>
                </a:moveTo>
                <a:lnTo>
                  <a:pt x="3029522" y="0"/>
                </a:lnTo>
                <a:lnTo>
                  <a:pt x="30295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03393" y="4928012"/>
            <a:ext cx="7228759" cy="410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420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Rows : 8807</a:t>
            </a:r>
          </a:p>
          <a:p>
            <a:pPr algn="l" marL="564420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columns : 12</a:t>
            </a:r>
          </a:p>
          <a:p>
            <a:pPr algn="l" marL="564420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non-null count : 6 columns have no null-values</a:t>
            </a:r>
          </a:p>
          <a:p>
            <a:pPr algn="l" marL="564420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numerical columns : 1 numerical columns</a:t>
            </a:r>
          </a:p>
          <a:p>
            <a:pPr algn="l" marL="564420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categorical columns : 11 categorical columns</a:t>
            </a:r>
          </a:p>
          <a:p>
            <a:pPr algn="l">
              <a:lnSpc>
                <a:spcPts val="3659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1909196">
            <a:off x="15059938" y="1235926"/>
            <a:ext cx="957562" cy="943198"/>
          </a:xfrm>
          <a:custGeom>
            <a:avLst/>
            <a:gdLst/>
            <a:ahLst/>
            <a:cxnLst/>
            <a:rect r="r" b="b" t="t" l="l"/>
            <a:pathLst>
              <a:path h="943198" w="957562">
                <a:moveTo>
                  <a:pt x="0" y="0"/>
                </a:moveTo>
                <a:lnTo>
                  <a:pt x="957562" y="0"/>
                </a:lnTo>
                <a:lnTo>
                  <a:pt x="957562" y="943199"/>
                </a:lnTo>
                <a:lnTo>
                  <a:pt x="0" y="9431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909196">
            <a:off x="8170968" y="8374378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40" y="0"/>
                </a:lnTo>
                <a:lnTo>
                  <a:pt x="580940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909196">
            <a:off x="6208524" y="1928779"/>
            <a:ext cx="491805" cy="484428"/>
          </a:xfrm>
          <a:custGeom>
            <a:avLst/>
            <a:gdLst/>
            <a:ahLst/>
            <a:cxnLst/>
            <a:rect r="r" b="b" t="t" l="l"/>
            <a:pathLst>
              <a:path h="484428" w="491805">
                <a:moveTo>
                  <a:pt x="0" y="0"/>
                </a:moveTo>
                <a:lnTo>
                  <a:pt x="491804" y="0"/>
                </a:lnTo>
                <a:lnTo>
                  <a:pt x="491804" y="484428"/>
                </a:lnTo>
                <a:lnTo>
                  <a:pt x="0" y="4844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19447">
            <a:off x="13090875" y="-2860170"/>
            <a:ext cx="10891673" cy="9135391"/>
          </a:xfrm>
          <a:custGeom>
            <a:avLst/>
            <a:gdLst/>
            <a:ahLst/>
            <a:cxnLst/>
            <a:rect r="r" b="b" t="t" l="l"/>
            <a:pathLst>
              <a:path h="9135391" w="10891673">
                <a:moveTo>
                  <a:pt x="0" y="0"/>
                </a:moveTo>
                <a:lnTo>
                  <a:pt x="10891674" y="0"/>
                </a:lnTo>
                <a:lnTo>
                  <a:pt x="10891674" y="9135391"/>
                </a:lnTo>
                <a:lnTo>
                  <a:pt x="0" y="9135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44610">
            <a:off x="-6047767" y="4867376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8" y="0"/>
                </a:lnTo>
                <a:lnTo>
                  <a:pt x="12923098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-465760"/>
            <a:ext cx="3583213" cy="3551860"/>
          </a:xfrm>
          <a:custGeom>
            <a:avLst/>
            <a:gdLst/>
            <a:ahLst/>
            <a:cxnLst/>
            <a:rect r="r" b="b" t="t" l="l"/>
            <a:pathLst>
              <a:path h="3551860" w="3583213">
                <a:moveTo>
                  <a:pt x="0" y="0"/>
                </a:moveTo>
                <a:lnTo>
                  <a:pt x="3583213" y="0"/>
                </a:lnTo>
                <a:lnTo>
                  <a:pt x="3583213" y="3551860"/>
                </a:lnTo>
                <a:lnTo>
                  <a:pt x="0" y="3551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65012">
            <a:off x="13446194" y="7672123"/>
            <a:ext cx="2170557" cy="4114800"/>
          </a:xfrm>
          <a:custGeom>
            <a:avLst/>
            <a:gdLst/>
            <a:ahLst/>
            <a:cxnLst/>
            <a:rect r="r" b="b" t="t" l="l"/>
            <a:pathLst>
              <a:path h="4114800" w="2170557">
                <a:moveTo>
                  <a:pt x="0" y="0"/>
                </a:moveTo>
                <a:lnTo>
                  <a:pt x="2170557" y="0"/>
                </a:lnTo>
                <a:lnTo>
                  <a:pt x="2170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5913039">
            <a:off x="1820952" y="7607187"/>
            <a:ext cx="3371775" cy="3458231"/>
          </a:xfrm>
          <a:custGeom>
            <a:avLst/>
            <a:gdLst/>
            <a:ahLst/>
            <a:cxnLst/>
            <a:rect r="r" b="b" t="t" l="l"/>
            <a:pathLst>
              <a:path h="3458231" w="3371775">
                <a:moveTo>
                  <a:pt x="3371775" y="0"/>
                </a:moveTo>
                <a:lnTo>
                  <a:pt x="0" y="0"/>
                </a:lnTo>
                <a:lnTo>
                  <a:pt x="0" y="3458231"/>
                </a:lnTo>
                <a:lnTo>
                  <a:pt x="3371775" y="3458231"/>
                </a:lnTo>
                <a:lnTo>
                  <a:pt x="337177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775087" y="3086100"/>
            <a:ext cx="2782152" cy="2570013"/>
          </a:xfrm>
          <a:custGeom>
            <a:avLst/>
            <a:gdLst/>
            <a:ahLst/>
            <a:cxnLst/>
            <a:rect r="r" b="b" t="t" l="l"/>
            <a:pathLst>
              <a:path h="2570013" w="2782152">
                <a:moveTo>
                  <a:pt x="0" y="0"/>
                </a:moveTo>
                <a:lnTo>
                  <a:pt x="2782152" y="0"/>
                </a:lnTo>
                <a:lnTo>
                  <a:pt x="2782152" y="2570013"/>
                </a:lnTo>
                <a:lnTo>
                  <a:pt x="0" y="25700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915381">
            <a:off x="16850250" y="311694"/>
            <a:ext cx="1291018" cy="4114800"/>
          </a:xfrm>
          <a:custGeom>
            <a:avLst/>
            <a:gdLst/>
            <a:ahLst/>
            <a:cxnLst/>
            <a:rect r="r" b="b" t="t" l="l"/>
            <a:pathLst>
              <a:path h="4114800" w="1291018">
                <a:moveTo>
                  <a:pt x="0" y="0"/>
                </a:moveTo>
                <a:lnTo>
                  <a:pt x="1291018" y="0"/>
                </a:lnTo>
                <a:lnTo>
                  <a:pt x="12910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549779" y="5911762"/>
            <a:ext cx="3370086" cy="2439100"/>
          </a:xfrm>
          <a:custGeom>
            <a:avLst/>
            <a:gdLst/>
            <a:ahLst/>
            <a:cxnLst/>
            <a:rect r="r" b="b" t="t" l="l"/>
            <a:pathLst>
              <a:path h="2439100" w="3370086">
                <a:moveTo>
                  <a:pt x="0" y="0"/>
                </a:moveTo>
                <a:lnTo>
                  <a:pt x="3370085" y="0"/>
                </a:lnTo>
                <a:lnTo>
                  <a:pt x="3370085" y="2439100"/>
                </a:lnTo>
                <a:lnTo>
                  <a:pt x="0" y="24391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03791" y="557695"/>
            <a:ext cx="7515294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0"/>
              </a:lnSpc>
              <a:spcBef>
                <a:spcPct val="0"/>
              </a:spcBef>
            </a:pPr>
            <a:r>
              <a:rPr lang="en-US" sz="9550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DATA CLEANING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909196">
            <a:off x="2240888" y="2974686"/>
            <a:ext cx="717012" cy="706257"/>
          </a:xfrm>
          <a:custGeom>
            <a:avLst/>
            <a:gdLst/>
            <a:ahLst/>
            <a:cxnLst/>
            <a:rect r="r" b="b" t="t" l="l"/>
            <a:pathLst>
              <a:path h="706257" w="717012">
                <a:moveTo>
                  <a:pt x="0" y="0"/>
                </a:moveTo>
                <a:lnTo>
                  <a:pt x="717013" y="0"/>
                </a:lnTo>
                <a:lnTo>
                  <a:pt x="717013" y="706257"/>
                </a:lnTo>
                <a:lnTo>
                  <a:pt x="0" y="7062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909196">
            <a:off x="13484617" y="7668486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40" y="0"/>
                </a:lnTo>
                <a:lnTo>
                  <a:pt x="580940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909196">
            <a:off x="6709378" y="8667460"/>
            <a:ext cx="309838" cy="305190"/>
          </a:xfrm>
          <a:custGeom>
            <a:avLst/>
            <a:gdLst/>
            <a:ahLst/>
            <a:cxnLst/>
            <a:rect r="r" b="b" t="t" l="l"/>
            <a:pathLst>
              <a:path h="305190" w="309838">
                <a:moveTo>
                  <a:pt x="0" y="0"/>
                </a:moveTo>
                <a:lnTo>
                  <a:pt x="309838" y="0"/>
                </a:lnTo>
                <a:lnTo>
                  <a:pt x="309838" y="305190"/>
                </a:lnTo>
                <a:lnTo>
                  <a:pt x="0" y="3051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909196">
            <a:off x="12276258" y="371512"/>
            <a:ext cx="309838" cy="305190"/>
          </a:xfrm>
          <a:custGeom>
            <a:avLst/>
            <a:gdLst/>
            <a:ahLst/>
            <a:cxnLst/>
            <a:rect r="r" b="b" t="t" l="l"/>
            <a:pathLst>
              <a:path h="305190" w="309838">
                <a:moveTo>
                  <a:pt x="0" y="0"/>
                </a:moveTo>
                <a:lnTo>
                  <a:pt x="309838" y="0"/>
                </a:lnTo>
                <a:lnTo>
                  <a:pt x="309838" y="305190"/>
                </a:lnTo>
                <a:lnTo>
                  <a:pt x="0" y="3051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652205" y="3844541"/>
            <a:ext cx="4495129" cy="6138101"/>
          </a:xfrm>
          <a:custGeom>
            <a:avLst/>
            <a:gdLst/>
            <a:ahLst/>
            <a:cxnLst/>
            <a:rect r="r" b="b" t="t" l="l"/>
            <a:pathLst>
              <a:path h="6138101" w="4495129">
                <a:moveTo>
                  <a:pt x="0" y="0"/>
                </a:moveTo>
                <a:lnTo>
                  <a:pt x="4495129" y="0"/>
                </a:lnTo>
                <a:lnTo>
                  <a:pt x="4495129" y="6138101"/>
                </a:lnTo>
                <a:lnTo>
                  <a:pt x="0" y="61381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-3144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152505" y="2147751"/>
            <a:ext cx="7353200" cy="18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420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checkingnull values</a:t>
            </a:r>
          </a:p>
          <a:p>
            <a:pPr algn="l" marL="564420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 checking duplicate values </a:t>
            </a:r>
          </a:p>
          <a:p>
            <a:pPr algn="l" marL="564420" indent="-282210" lvl="1">
              <a:lnSpc>
                <a:spcPts val="3659"/>
              </a:lnSpc>
              <a:buFont typeface="Arial"/>
              <a:buChar char="•"/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standardize thedata</a:t>
            </a:r>
          </a:p>
          <a:p>
            <a:pPr algn="ctr">
              <a:lnSpc>
                <a:spcPts val="36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2090" y="856667"/>
            <a:ext cx="2719646" cy="1784768"/>
          </a:xfrm>
          <a:custGeom>
            <a:avLst/>
            <a:gdLst/>
            <a:ahLst/>
            <a:cxnLst/>
            <a:rect r="r" b="b" t="t" l="l"/>
            <a:pathLst>
              <a:path h="1784768" w="2719646">
                <a:moveTo>
                  <a:pt x="0" y="0"/>
                </a:moveTo>
                <a:lnTo>
                  <a:pt x="2719646" y="0"/>
                </a:lnTo>
                <a:lnTo>
                  <a:pt x="2719646" y="1784768"/>
                </a:lnTo>
                <a:lnTo>
                  <a:pt x="0" y="1784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164653">
            <a:off x="2460178" y="7890097"/>
            <a:ext cx="2170557" cy="4114800"/>
          </a:xfrm>
          <a:custGeom>
            <a:avLst/>
            <a:gdLst/>
            <a:ahLst/>
            <a:cxnLst/>
            <a:rect r="r" b="b" t="t" l="l"/>
            <a:pathLst>
              <a:path h="4114800" w="2170557">
                <a:moveTo>
                  <a:pt x="0" y="0"/>
                </a:moveTo>
                <a:lnTo>
                  <a:pt x="2170557" y="0"/>
                </a:lnTo>
                <a:lnTo>
                  <a:pt x="2170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444610">
            <a:off x="-4048050" y="-4714517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8" y="0"/>
                </a:lnTo>
                <a:lnTo>
                  <a:pt x="12923098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113481">
            <a:off x="13748823" y="6843129"/>
            <a:ext cx="8494625" cy="7124867"/>
          </a:xfrm>
          <a:custGeom>
            <a:avLst/>
            <a:gdLst/>
            <a:ahLst/>
            <a:cxnLst/>
            <a:rect r="r" b="b" t="t" l="l"/>
            <a:pathLst>
              <a:path h="7124867" w="8494625">
                <a:moveTo>
                  <a:pt x="0" y="0"/>
                </a:moveTo>
                <a:lnTo>
                  <a:pt x="8494626" y="0"/>
                </a:lnTo>
                <a:lnTo>
                  <a:pt x="8494626" y="7124867"/>
                </a:lnTo>
                <a:lnTo>
                  <a:pt x="0" y="71248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09196">
            <a:off x="13159435" y="1516676"/>
            <a:ext cx="957562" cy="943198"/>
          </a:xfrm>
          <a:custGeom>
            <a:avLst/>
            <a:gdLst/>
            <a:ahLst/>
            <a:cxnLst/>
            <a:rect r="r" b="b" t="t" l="l"/>
            <a:pathLst>
              <a:path h="943198" w="957562">
                <a:moveTo>
                  <a:pt x="0" y="0"/>
                </a:moveTo>
                <a:lnTo>
                  <a:pt x="957562" y="0"/>
                </a:lnTo>
                <a:lnTo>
                  <a:pt x="957562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9196">
            <a:off x="1648404" y="7471792"/>
            <a:ext cx="802686" cy="790646"/>
          </a:xfrm>
          <a:custGeom>
            <a:avLst/>
            <a:gdLst/>
            <a:ahLst/>
            <a:cxnLst/>
            <a:rect r="r" b="b" t="t" l="l"/>
            <a:pathLst>
              <a:path h="790646" w="802686">
                <a:moveTo>
                  <a:pt x="0" y="0"/>
                </a:moveTo>
                <a:lnTo>
                  <a:pt x="802686" y="0"/>
                </a:lnTo>
                <a:lnTo>
                  <a:pt x="802686" y="790646"/>
                </a:lnTo>
                <a:lnTo>
                  <a:pt x="0" y="7906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9196">
            <a:off x="13745414" y="8524784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39" y="0"/>
                </a:lnTo>
                <a:lnTo>
                  <a:pt x="580939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36261">
            <a:off x="398468" y="1972552"/>
            <a:ext cx="3698216" cy="5418632"/>
          </a:xfrm>
          <a:custGeom>
            <a:avLst/>
            <a:gdLst/>
            <a:ahLst/>
            <a:cxnLst/>
            <a:rect r="r" b="b" t="t" l="l"/>
            <a:pathLst>
              <a:path h="5418632" w="3698216">
                <a:moveTo>
                  <a:pt x="0" y="0"/>
                </a:moveTo>
                <a:lnTo>
                  <a:pt x="3698216" y="0"/>
                </a:lnTo>
                <a:lnTo>
                  <a:pt x="3698216" y="5418632"/>
                </a:lnTo>
                <a:lnTo>
                  <a:pt x="0" y="5418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47968" y="2134203"/>
            <a:ext cx="6658771" cy="6676693"/>
          </a:xfrm>
          <a:custGeom>
            <a:avLst/>
            <a:gdLst/>
            <a:ahLst/>
            <a:cxnLst/>
            <a:rect r="r" b="b" t="t" l="l"/>
            <a:pathLst>
              <a:path h="6676693" w="6658771">
                <a:moveTo>
                  <a:pt x="0" y="0"/>
                </a:moveTo>
                <a:lnTo>
                  <a:pt x="6658771" y="0"/>
                </a:lnTo>
                <a:lnTo>
                  <a:pt x="6658771" y="6676693"/>
                </a:lnTo>
                <a:lnTo>
                  <a:pt x="0" y="667669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-135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44101" y="267845"/>
            <a:ext cx="13266505" cy="148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0"/>
              </a:lnSpc>
              <a:spcBef>
                <a:spcPct val="0"/>
              </a:spcBef>
            </a:pPr>
            <a:r>
              <a:rPr lang="en-US" sz="9550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To drop null values &amp; duplicate values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18146" y="9201150"/>
            <a:ext cx="7353200" cy="915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</a:pPr>
            <a:r>
              <a:rPr lang="en-US" sz="2614">
                <a:solidFill>
                  <a:srgbClr val="EDDB66"/>
                </a:solidFill>
                <a:latin typeface="Playpen Sans"/>
                <a:ea typeface="Playpen Sans"/>
                <a:cs typeface="Playpen Sans"/>
                <a:sym typeface="Playpen Sans"/>
              </a:rPr>
              <a:t>~to drop thenull values andduplicate values.</a:t>
            </a:r>
          </a:p>
          <a:p>
            <a:pPr algn="l">
              <a:lnSpc>
                <a:spcPts val="36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19447">
            <a:off x="10092882" y="4690605"/>
            <a:ext cx="10891673" cy="9135391"/>
          </a:xfrm>
          <a:custGeom>
            <a:avLst/>
            <a:gdLst/>
            <a:ahLst/>
            <a:cxnLst/>
            <a:rect r="r" b="b" t="t" l="l"/>
            <a:pathLst>
              <a:path h="9135391" w="10891673">
                <a:moveTo>
                  <a:pt x="0" y="0"/>
                </a:moveTo>
                <a:lnTo>
                  <a:pt x="10891674" y="0"/>
                </a:lnTo>
                <a:lnTo>
                  <a:pt x="10891674" y="9135390"/>
                </a:lnTo>
                <a:lnTo>
                  <a:pt x="0" y="9135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78028" y="196063"/>
            <a:ext cx="13492397" cy="438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0"/>
              </a:lnSpc>
            </a:pPr>
            <a:r>
              <a:rPr lang="en-US" sz="9550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 top countries with the most Netflix content?</a:t>
            </a:r>
          </a:p>
          <a:p>
            <a:pPr algn="l">
              <a:lnSpc>
                <a:spcPts val="1146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9444610">
            <a:off x="-7432793" y="-6965565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7" y="0"/>
                </a:lnTo>
                <a:lnTo>
                  <a:pt x="12923097" y="10839247"/>
                </a:lnTo>
                <a:lnTo>
                  <a:pt x="0" y="10839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12183" y="-191981"/>
            <a:ext cx="2475817" cy="2698438"/>
          </a:xfrm>
          <a:custGeom>
            <a:avLst/>
            <a:gdLst/>
            <a:ahLst/>
            <a:cxnLst/>
            <a:rect r="r" b="b" t="t" l="l"/>
            <a:pathLst>
              <a:path h="2698438" w="2475817">
                <a:moveTo>
                  <a:pt x="0" y="0"/>
                </a:moveTo>
                <a:lnTo>
                  <a:pt x="2475817" y="0"/>
                </a:lnTo>
                <a:lnTo>
                  <a:pt x="2475817" y="2698438"/>
                </a:lnTo>
                <a:lnTo>
                  <a:pt x="0" y="26984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8747782">
            <a:off x="-746046" y="6603090"/>
            <a:ext cx="3029522" cy="4114800"/>
          </a:xfrm>
          <a:custGeom>
            <a:avLst/>
            <a:gdLst/>
            <a:ahLst/>
            <a:cxnLst/>
            <a:rect r="r" b="b" t="t" l="l"/>
            <a:pathLst>
              <a:path h="4114800" w="3029522">
                <a:moveTo>
                  <a:pt x="0" y="0"/>
                </a:moveTo>
                <a:lnTo>
                  <a:pt x="3029522" y="0"/>
                </a:lnTo>
                <a:lnTo>
                  <a:pt x="302952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9196">
            <a:off x="15059938" y="1235926"/>
            <a:ext cx="957562" cy="943198"/>
          </a:xfrm>
          <a:custGeom>
            <a:avLst/>
            <a:gdLst/>
            <a:ahLst/>
            <a:cxnLst/>
            <a:rect r="r" b="b" t="t" l="l"/>
            <a:pathLst>
              <a:path h="943198" w="957562">
                <a:moveTo>
                  <a:pt x="0" y="0"/>
                </a:moveTo>
                <a:lnTo>
                  <a:pt x="957562" y="0"/>
                </a:lnTo>
                <a:lnTo>
                  <a:pt x="957562" y="943199"/>
                </a:lnTo>
                <a:lnTo>
                  <a:pt x="0" y="9431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9196">
            <a:off x="8170968" y="8374378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40" y="0"/>
                </a:lnTo>
                <a:lnTo>
                  <a:pt x="580940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909196">
            <a:off x="6208524" y="1928779"/>
            <a:ext cx="491805" cy="484428"/>
          </a:xfrm>
          <a:custGeom>
            <a:avLst/>
            <a:gdLst/>
            <a:ahLst/>
            <a:cxnLst/>
            <a:rect r="r" b="b" t="t" l="l"/>
            <a:pathLst>
              <a:path h="484428" w="491805">
                <a:moveTo>
                  <a:pt x="0" y="0"/>
                </a:moveTo>
                <a:lnTo>
                  <a:pt x="491804" y="0"/>
                </a:lnTo>
                <a:lnTo>
                  <a:pt x="491804" y="484428"/>
                </a:lnTo>
                <a:lnTo>
                  <a:pt x="0" y="4844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99996" y="3086100"/>
            <a:ext cx="4636206" cy="4636206"/>
          </a:xfrm>
          <a:custGeom>
            <a:avLst/>
            <a:gdLst/>
            <a:ahLst/>
            <a:cxnLst/>
            <a:rect r="r" b="b" t="t" l="l"/>
            <a:pathLst>
              <a:path h="4636206" w="4636206">
                <a:moveTo>
                  <a:pt x="0" y="0"/>
                </a:moveTo>
                <a:lnTo>
                  <a:pt x="4636206" y="0"/>
                </a:lnTo>
                <a:lnTo>
                  <a:pt x="4636206" y="4636206"/>
                </a:lnTo>
                <a:lnTo>
                  <a:pt x="0" y="46362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82728" y="3180293"/>
            <a:ext cx="5907878" cy="5854268"/>
          </a:xfrm>
          <a:custGeom>
            <a:avLst/>
            <a:gdLst/>
            <a:ahLst/>
            <a:cxnLst/>
            <a:rect r="r" b="b" t="t" l="l"/>
            <a:pathLst>
              <a:path h="5854268" w="5907878">
                <a:moveTo>
                  <a:pt x="0" y="0"/>
                </a:moveTo>
                <a:lnTo>
                  <a:pt x="5907879" y="0"/>
                </a:lnTo>
                <a:lnTo>
                  <a:pt x="5907879" y="5854267"/>
                </a:lnTo>
                <a:lnTo>
                  <a:pt x="0" y="5854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59106" y="3112657"/>
            <a:ext cx="7543474" cy="5989538"/>
          </a:xfrm>
          <a:custGeom>
            <a:avLst/>
            <a:gdLst/>
            <a:ahLst/>
            <a:cxnLst/>
            <a:rect r="r" b="b" t="t" l="l"/>
            <a:pathLst>
              <a:path h="5989538" w="7543474">
                <a:moveTo>
                  <a:pt x="0" y="0"/>
                </a:moveTo>
                <a:lnTo>
                  <a:pt x="7543474" y="0"/>
                </a:lnTo>
                <a:lnTo>
                  <a:pt x="7543474" y="5989539"/>
                </a:lnTo>
                <a:lnTo>
                  <a:pt x="0" y="59895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19447">
            <a:off x="13090875" y="-2860170"/>
            <a:ext cx="10891673" cy="9135391"/>
          </a:xfrm>
          <a:custGeom>
            <a:avLst/>
            <a:gdLst/>
            <a:ahLst/>
            <a:cxnLst/>
            <a:rect r="r" b="b" t="t" l="l"/>
            <a:pathLst>
              <a:path h="9135391" w="10891673">
                <a:moveTo>
                  <a:pt x="0" y="0"/>
                </a:moveTo>
                <a:lnTo>
                  <a:pt x="10891674" y="0"/>
                </a:lnTo>
                <a:lnTo>
                  <a:pt x="10891674" y="9135391"/>
                </a:lnTo>
                <a:lnTo>
                  <a:pt x="0" y="9135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44610">
            <a:off x="-6047767" y="4867376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8" y="0"/>
                </a:lnTo>
                <a:lnTo>
                  <a:pt x="12923098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-465760"/>
            <a:ext cx="3583213" cy="3551860"/>
          </a:xfrm>
          <a:custGeom>
            <a:avLst/>
            <a:gdLst/>
            <a:ahLst/>
            <a:cxnLst/>
            <a:rect r="r" b="b" t="t" l="l"/>
            <a:pathLst>
              <a:path h="3551860" w="3583213">
                <a:moveTo>
                  <a:pt x="0" y="0"/>
                </a:moveTo>
                <a:lnTo>
                  <a:pt x="3583213" y="0"/>
                </a:lnTo>
                <a:lnTo>
                  <a:pt x="3583213" y="3551860"/>
                </a:lnTo>
                <a:lnTo>
                  <a:pt x="0" y="3551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65012">
            <a:off x="13446194" y="7672123"/>
            <a:ext cx="2170557" cy="4114800"/>
          </a:xfrm>
          <a:custGeom>
            <a:avLst/>
            <a:gdLst/>
            <a:ahLst/>
            <a:cxnLst/>
            <a:rect r="r" b="b" t="t" l="l"/>
            <a:pathLst>
              <a:path h="4114800" w="2170557">
                <a:moveTo>
                  <a:pt x="0" y="0"/>
                </a:moveTo>
                <a:lnTo>
                  <a:pt x="2170557" y="0"/>
                </a:lnTo>
                <a:lnTo>
                  <a:pt x="2170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9779" y="5911762"/>
            <a:ext cx="3370086" cy="2439100"/>
          </a:xfrm>
          <a:custGeom>
            <a:avLst/>
            <a:gdLst/>
            <a:ahLst/>
            <a:cxnLst/>
            <a:rect r="r" b="b" t="t" l="l"/>
            <a:pathLst>
              <a:path h="2439100" w="3370086">
                <a:moveTo>
                  <a:pt x="0" y="0"/>
                </a:moveTo>
                <a:lnTo>
                  <a:pt x="3370085" y="0"/>
                </a:lnTo>
                <a:lnTo>
                  <a:pt x="3370085" y="2439100"/>
                </a:lnTo>
                <a:lnTo>
                  <a:pt x="0" y="2439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9196">
            <a:off x="2240888" y="2974686"/>
            <a:ext cx="717012" cy="706257"/>
          </a:xfrm>
          <a:custGeom>
            <a:avLst/>
            <a:gdLst/>
            <a:ahLst/>
            <a:cxnLst/>
            <a:rect r="r" b="b" t="t" l="l"/>
            <a:pathLst>
              <a:path h="706257" w="717012">
                <a:moveTo>
                  <a:pt x="0" y="0"/>
                </a:moveTo>
                <a:lnTo>
                  <a:pt x="717013" y="0"/>
                </a:lnTo>
                <a:lnTo>
                  <a:pt x="717013" y="706257"/>
                </a:lnTo>
                <a:lnTo>
                  <a:pt x="0" y="7062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9196">
            <a:off x="13484617" y="7668486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40" y="0"/>
                </a:lnTo>
                <a:lnTo>
                  <a:pt x="580940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909196">
            <a:off x="6709378" y="8667460"/>
            <a:ext cx="309838" cy="305190"/>
          </a:xfrm>
          <a:custGeom>
            <a:avLst/>
            <a:gdLst/>
            <a:ahLst/>
            <a:cxnLst/>
            <a:rect r="r" b="b" t="t" l="l"/>
            <a:pathLst>
              <a:path h="305190" w="309838">
                <a:moveTo>
                  <a:pt x="0" y="0"/>
                </a:moveTo>
                <a:lnTo>
                  <a:pt x="309838" y="0"/>
                </a:lnTo>
                <a:lnTo>
                  <a:pt x="309838" y="305190"/>
                </a:lnTo>
                <a:lnTo>
                  <a:pt x="0" y="305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909196">
            <a:off x="10520603" y="946232"/>
            <a:ext cx="309838" cy="305190"/>
          </a:xfrm>
          <a:custGeom>
            <a:avLst/>
            <a:gdLst/>
            <a:ahLst/>
            <a:cxnLst/>
            <a:rect r="r" b="b" t="t" l="l"/>
            <a:pathLst>
              <a:path h="305190" w="309838">
                <a:moveTo>
                  <a:pt x="0" y="0"/>
                </a:moveTo>
                <a:lnTo>
                  <a:pt x="309838" y="0"/>
                </a:lnTo>
                <a:lnTo>
                  <a:pt x="309838" y="305190"/>
                </a:lnTo>
                <a:lnTo>
                  <a:pt x="0" y="305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00621">
            <a:off x="13146484" y="3001926"/>
            <a:ext cx="3692368" cy="2141574"/>
          </a:xfrm>
          <a:custGeom>
            <a:avLst/>
            <a:gdLst/>
            <a:ahLst/>
            <a:cxnLst/>
            <a:rect r="r" b="b" t="t" l="l"/>
            <a:pathLst>
              <a:path h="2141574" w="3692368">
                <a:moveTo>
                  <a:pt x="0" y="0"/>
                </a:moveTo>
                <a:lnTo>
                  <a:pt x="3692368" y="0"/>
                </a:lnTo>
                <a:lnTo>
                  <a:pt x="3692368" y="2141574"/>
                </a:lnTo>
                <a:lnTo>
                  <a:pt x="0" y="21415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65883" y="7558336"/>
            <a:ext cx="3481914" cy="2950922"/>
          </a:xfrm>
          <a:custGeom>
            <a:avLst/>
            <a:gdLst/>
            <a:ahLst/>
            <a:cxnLst/>
            <a:rect r="r" b="b" t="t" l="l"/>
            <a:pathLst>
              <a:path h="2950922" w="3481914">
                <a:moveTo>
                  <a:pt x="0" y="0"/>
                </a:moveTo>
                <a:lnTo>
                  <a:pt x="3481913" y="0"/>
                </a:lnTo>
                <a:lnTo>
                  <a:pt x="3481913" y="2950922"/>
                </a:lnTo>
                <a:lnTo>
                  <a:pt x="0" y="29509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97032" y="1098827"/>
            <a:ext cx="4333911" cy="3759667"/>
          </a:xfrm>
          <a:custGeom>
            <a:avLst/>
            <a:gdLst/>
            <a:ahLst/>
            <a:cxnLst/>
            <a:rect r="r" b="b" t="t" l="l"/>
            <a:pathLst>
              <a:path h="3759667" w="4333911">
                <a:moveTo>
                  <a:pt x="0" y="0"/>
                </a:moveTo>
                <a:lnTo>
                  <a:pt x="4333911" y="0"/>
                </a:lnTo>
                <a:lnTo>
                  <a:pt x="4333911" y="3759668"/>
                </a:lnTo>
                <a:lnTo>
                  <a:pt x="0" y="37596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44188" y="3088571"/>
            <a:ext cx="7633024" cy="5860882"/>
          </a:xfrm>
          <a:custGeom>
            <a:avLst/>
            <a:gdLst/>
            <a:ahLst/>
            <a:cxnLst/>
            <a:rect r="r" b="b" t="t" l="l"/>
            <a:pathLst>
              <a:path h="5860882" w="7633024">
                <a:moveTo>
                  <a:pt x="0" y="0"/>
                </a:moveTo>
                <a:lnTo>
                  <a:pt x="7633025" y="0"/>
                </a:lnTo>
                <a:lnTo>
                  <a:pt x="7633025" y="5860881"/>
                </a:lnTo>
                <a:lnTo>
                  <a:pt x="0" y="586088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908186" y="3088571"/>
            <a:ext cx="4277295" cy="6024773"/>
          </a:xfrm>
          <a:custGeom>
            <a:avLst/>
            <a:gdLst/>
            <a:ahLst/>
            <a:cxnLst/>
            <a:rect r="r" b="b" t="t" l="l"/>
            <a:pathLst>
              <a:path h="6024773" w="4277295">
                <a:moveTo>
                  <a:pt x="0" y="0"/>
                </a:moveTo>
                <a:lnTo>
                  <a:pt x="4277294" y="0"/>
                </a:lnTo>
                <a:lnTo>
                  <a:pt x="4277294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14038" r="0" b="-1403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506839" y="-28575"/>
            <a:ext cx="11670373" cy="43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0"/>
              </a:lnSpc>
            </a:pPr>
            <a:r>
              <a:rPr lang="en-US" sz="9550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Which director has directed the most titles?</a:t>
            </a:r>
          </a:p>
          <a:p>
            <a:pPr algn="ctr">
              <a:lnSpc>
                <a:spcPts val="11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2090" y="856667"/>
            <a:ext cx="2719646" cy="1784768"/>
          </a:xfrm>
          <a:custGeom>
            <a:avLst/>
            <a:gdLst/>
            <a:ahLst/>
            <a:cxnLst/>
            <a:rect r="r" b="b" t="t" l="l"/>
            <a:pathLst>
              <a:path h="1784768" w="2719646">
                <a:moveTo>
                  <a:pt x="0" y="0"/>
                </a:moveTo>
                <a:lnTo>
                  <a:pt x="2719646" y="0"/>
                </a:lnTo>
                <a:lnTo>
                  <a:pt x="2719646" y="1784768"/>
                </a:lnTo>
                <a:lnTo>
                  <a:pt x="0" y="1784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164653">
            <a:off x="2460178" y="7890097"/>
            <a:ext cx="2170557" cy="4114800"/>
          </a:xfrm>
          <a:custGeom>
            <a:avLst/>
            <a:gdLst/>
            <a:ahLst/>
            <a:cxnLst/>
            <a:rect r="r" b="b" t="t" l="l"/>
            <a:pathLst>
              <a:path h="4114800" w="2170557">
                <a:moveTo>
                  <a:pt x="0" y="0"/>
                </a:moveTo>
                <a:lnTo>
                  <a:pt x="2170557" y="0"/>
                </a:lnTo>
                <a:lnTo>
                  <a:pt x="2170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444610">
            <a:off x="-4048050" y="-4714517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8" y="0"/>
                </a:lnTo>
                <a:lnTo>
                  <a:pt x="12923098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113481">
            <a:off x="13748823" y="6843129"/>
            <a:ext cx="8494625" cy="7124867"/>
          </a:xfrm>
          <a:custGeom>
            <a:avLst/>
            <a:gdLst/>
            <a:ahLst/>
            <a:cxnLst/>
            <a:rect r="r" b="b" t="t" l="l"/>
            <a:pathLst>
              <a:path h="7124867" w="8494625">
                <a:moveTo>
                  <a:pt x="0" y="0"/>
                </a:moveTo>
                <a:lnTo>
                  <a:pt x="8494626" y="0"/>
                </a:lnTo>
                <a:lnTo>
                  <a:pt x="8494626" y="7124867"/>
                </a:lnTo>
                <a:lnTo>
                  <a:pt x="0" y="71248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09196">
            <a:off x="13159435" y="1516676"/>
            <a:ext cx="957562" cy="943198"/>
          </a:xfrm>
          <a:custGeom>
            <a:avLst/>
            <a:gdLst/>
            <a:ahLst/>
            <a:cxnLst/>
            <a:rect r="r" b="b" t="t" l="l"/>
            <a:pathLst>
              <a:path h="943198" w="957562">
                <a:moveTo>
                  <a:pt x="0" y="0"/>
                </a:moveTo>
                <a:lnTo>
                  <a:pt x="957562" y="0"/>
                </a:lnTo>
                <a:lnTo>
                  <a:pt x="957562" y="943198"/>
                </a:lnTo>
                <a:lnTo>
                  <a:pt x="0" y="9431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9196">
            <a:off x="1648404" y="7471792"/>
            <a:ext cx="802686" cy="790646"/>
          </a:xfrm>
          <a:custGeom>
            <a:avLst/>
            <a:gdLst/>
            <a:ahLst/>
            <a:cxnLst/>
            <a:rect r="r" b="b" t="t" l="l"/>
            <a:pathLst>
              <a:path h="790646" w="802686">
                <a:moveTo>
                  <a:pt x="0" y="0"/>
                </a:moveTo>
                <a:lnTo>
                  <a:pt x="802686" y="0"/>
                </a:lnTo>
                <a:lnTo>
                  <a:pt x="802686" y="790646"/>
                </a:lnTo>
                <a:lnTo>
                  <a:pt x="0" y="7906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9196">
            <a:off x="9584552" y="8615488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39" y="0"/>
                </a:lnTo>
                <a:lnTo>
                  <a:pt x="580939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083514">
            <a:off x="-419972" y="-1200733"/>
            <a:ext cx="2170557" cy="4114800"/>
          </a:xfrm>
          <a:custGeom>
            <a:avLst/>
            <a:gdLst/>
            <a:ahLst/>
            <a:cxnLst/>
            <a:rect r="r" b="b" t="t" l="l"/>
            <a:pathLst>
              <a:path h="4114800" w="2170557">
                <a:moveTo>
                  <a:pt x="0" y="0"/>
                </a:moveTo>
                <a:lnTo>
                  <a:pt x="2170557" y="0"/>
                </a:lnTo>
                <a:lnTo>
                  <a:pt x="2170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00287" y="3689650"/>
            <a:ext cx="5929517" cy="5183666"/>
          </a:xfrm>
          <a:custGeom>
            <a:avLst/>
            <a:gdLst/>
            <a:ahLst/>
            <a:cxnLst/>
            <a:rect r="r" b="b" t="t" l="l"/>
            <a:pathLst>
              <a:path h="5183666" w="5929517">
                <a:moveTo>
                  <a:pt x="0" y="0"/>
                </a:moveTo>
                <a:lnTo>
                  <a:pt x="5929517" y="0"/>
                </a:lnTo>
                <a:lnTo>
                  <a:pt x="5929517" y="5183665"/>
                </a:lnTo>
                <a:lnTo>
                  <a:pt x="0" y="51836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26452" y="3321672"/>
            <a:ext cx="7512575" cy="5919621"/>
          </a:xfrm>
          <a:custGeom>
            <a:avLst/>
            <a:gdLst/>
            <a:ahLst/>
            <a:cxnLst/>
            <a:rect r="r" b="b" t="t" l="l"/>
            <a:pathLst>
              <a:path h="5919621" w="7512575">
                <a:moveTo>
                  <a:pt x="0" y="0"/>
                </a:moveTo>
                <a:lnTo>
                  <a:pt x="7512575" y="0"/>
                </a:lnTo>
                <a:lnTo>
                  <a:pt x="7512575" y="5919621"/>
                </a:lnTo>
                <a:lnTo>
                  <a:pt x="0" y="59196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19830" y="-28575"/>
            <a:ext cx="8770411" cy="438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0"/>
              </a:lnSpc>
            </a:pPr>
            <a:r>
              <a:rPr lang="en-US" sz="9550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distribution of Movies vs TV Shows?</a:t>
            </a:r>
          </a:p>
          <a:p>
            <a:pPr algn="l">
              <a:lnSpc>
                <a:spcPts val="114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41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719447">
            <a:off x="13090875" y="-2860170"/>
            <a:ext cx="10891673" cy="9135391"/>
          </a:xfrm>
          <a:custGeom>
            <a:avLst/>
            <a:gdLst/>
            <a:ahLst/>
            <a:cxnLst/>
            <a:rect r="r" b="b" t="t" l="l"/>
            <a:pathLst>
              <a:path h="9135391" w="10891673">
                <a:moveTo>
                  <a:pt x="0" y="0"/>
                </a:moveTo>
                <a:lnTo>
                  <a:pt x="10891674" y="0"/>
                </a:lnTo>
                <a:lnTo>
                  <a:pt x="10891674" y="9135391"/>
                </a:lnTo>
                <a:lnTo>
                  <a:pt x="0" y="91353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444610">
            <a:off x="-6047767" y="4867376"/>
            <a:ext cx="12923097" cy="10839248"/>
          </a:xfrm>
          <a:custGeom>
            <a:avLst/>
            <a:gdLst/>
            <a:ahLst/>
            <a:cxnLst/>
            <a:rect r="r" b="b" t="t" l="l"/>
            <a:pathLst>
              <a:path h="10839248" w="12923097">
                <a:moveTo>
                  <a:pt x="0" y="0"/>
                </a:moveTo>
                <a:lnTo>
                  <a:pt x="12923098" y="0"/>
                </a:lnTo>
                <a:lnTo>
                  <a:pt x="12923098" y="10839248"/>
                </a:lnTo>
                <a:lnTo>
                  <a:pt x="0" y="10839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-465760"/>
            <a:ext cx="3583213" cy="3551860"/>
          </a:xfrm>
          <a:custGeom>
            <a:avLst/>
            <a:gdLst/>
            <a:ahLst/>
            <a:cxnLst/>
            <a:rect r="r" b="b" t="t" l="l"/>
            <a:pathLst>
              <a:path h="3551860" w="3583213">
                <a:moveTo>
                  <a:pt x="0" y="0"/>
                </a:moveTo>
                <a:lnTo>
                  <a:pt x="3583213" y="0"/>
                </a:lnTo>
                <a:lnTo>
                  <a:pt x="3583213" y="3551860"/>
                </a:lnTo>
                <a:lnTo>
                  <a:pt x="0" y="3551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965012">
            <a:off x="13446194" y="7672123"/>
            <a:ext cx="2170557" cy="4114800"/>
          </a:xfrm>
          <a:custGeom>
            <a:avLst/>
            <a:gdLst/>
            <a:ahLst/>
            <a:cxnLst/>
            <a:rect r="r" b="b" t="t" l="l"/>
            <a:pathLst>
              <a:path h="4114800" w="2170557">
                <a:moveTo>
                  <a:pt x="0" y="0"/>
                </a:moveTo>
                <a:lnTo>
                  <a:pt x="2170557" y="0"/>
                </a:lnTo>
                <a:lnTo>
                  <a:pt x="21705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9779" y="5911762"/>
            <a:ext cx="3370086" cy="2439100"/>
          </a:xfrm>
          <a:custGeom>
            <a:avLst/>
            <a:gdLst/>
            <a:ahLst/>
            <a:cxnLst/>
            <a:rect r="r" b="b" t="t" l="l"/>
            <a:pathLst>
              <a:path h="2439100" w="3370086">
                <a:moveTo>
                  <a:pt x="0" y="0"/>
                </a:moveTo>
                <a:lnTo>
                  <a:pt x="3370085" y="0"/>
                </a:lnTo>
                <a:lnTo>
                  <a:pt x="3370085" y="2439100"/>
                </a:lnTo>
                <a:lnTo>
                  <a:pt x="0" y="2439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909196">
            <a:off x="2240888" y="2974686"/>
            <a:ext cx="717012" cy="706257"/>
          </a:xfrm>
          <a:custGeom>
            <a:avLst/>
            <a:gdLst/>
            <a:ahLst/>
            <a:cxnLst/>
            <a:rect r="r" b="b" t="t" l="l"/>
            <a:pathLst>
              <a:path h="706257" w="717012">
                <a:moveTo>
                  <a:pt x="0" y="0"/>
                </a:moveTo>
                <a:lnTo>
                  <a:pt x="717013" y="0"/>
                </a:lnTo>
                <a:lnTo>
                  <a:pt x="717013" y="706257"/>
                </a:lnTo>
                <a:lnTo>
                  <a:pt x="0" y="7062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909196">
            <a:off x="13484617" y="7668486"/>
            <a:ext cx="580939" cy="572225"/>
          </a:xfrm>
          <a:custGeom>
            <a:avLst/>
            <a:gdLst/>
            <a:ahLst/>
            <a:cxnLst/>
            <a:rect r="r" b="b" t="t" l="l"/>
            <a:pathLst>
              <a:path h="572225" w="580939">
                <a:moveTo>
                  <a:pt x="0" y="0"/>
                </a:moveTo>
                <a:lnTo>
                  <a:pt x="580940" y="0"/>
                </a:lnTo>
                <a:lnTo>
                  <a:pt x="580940" y="572225"/>
                </a:lnTo>
                <a:lnTo>
                  <a:pt x="0" y="5722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909196">
            <a:off x="6709378" y="8667460"/>
            <a:ext cx="309838" cy="305190"/>
          </a:xfrm>
          <a:custGeom>
            <a:avLst/>
            <a:gdLst/>
            <a:ahLst/>
            <a:cxnLst/>
            <a:rect r="r" b="b" t="t" l="l"/>
            <a:pathLst>
              <a:path h="305190" w="309838">
                <a:moveTo>
                  <a:pt x="0" y="0"/>
                </a:moveTo>
                <a:lnTo>
                  <a:pt x="309838" y="0"/>
                </a:lnTo>
                <a:lnTo>
                  <a:pt x="309838" y="305190"/>
                </a:lnTo>
                <a:lnTo>
                  <a:pt x="0" y="305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909196">
            <a:off x="10520603" y="946232"/>
            <a:ext cx="309838" cy="305190"/>
          </a:xfrm>
          <a:custGeom>
            <a:avLst/>
            <a:gdLst/>
            <a:ahLst/>
            <a:cxnLst/>
            <a:rect r="r" b="b" t="t" l="l"/>
            <a:pathLst>
              <a:path h="305190" w="309838">
                <a:moveTo>
                  <a:pt x="0" y="0"/>
                </a:moveTo>
                <a:lnTo>
                  <a:pt x="309838" y="0"/>
                </a:lnTo>
                <a:lnTo>
                  <a:pt x="309838" y="305190"/>
                </a:lnTo>
                <a:lnTo>
                  <a:pt x="0" y="3051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348058">
            <a:off x="16871621" y="1123575"/>
            <a:ext cx="1440180" cy="4114800"/>
          </a:xfrm>
          <a:custGeom>
            <a:avLst/>
            <a:gdLst/>
            <a:ahLst/>
            <a:cxnLst/>
            <a:rect r="r" b="b" t="t" l="l"/>
            <a:pathLst>
              <a:path h="4114800" w="1440180">
                <a:moveTo>
                  <a:pt x="0" y="0"/>
                </a:moveTo>
                <a:lnTo>
                  <a:pt x="1440180" y="0"/>
                </a:lnTo>
                <a:lnTo>
                  <a:pt x="14401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08581" y="7558336"/>
            <a:ext cx="4333911" cy="3759667"/>
          </a:xfrm>
          <a:custGeom>
            <a:avLst/>
            <a:gdLst/>
            <a:ahLst/>
            <a:cxnLst/>
            <a:rect r="r" b="b" t="t" l="l"/>
            <a:pathLst>
              <a:path h="3759667" w="4333911">
                <a:moveTo>
                  <a:pt x="0" y="0"/>
                </a:moveTo>
                <a:lnTo>
                  <a:pt x="4333910" y="0"/>
                </a:lnTo>
                <a:lnTo>
                  <a:pt x="4333910" y="3759667"/>
                </a:lnTo>
                <a:lnTo>
                  <a:pt x="0" y="37596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595072" y="3327815"/>
            <a:ext cx="3664228" cy="2216858"/>
          </a:xfrm>
          <a:custGeom>
            <a:avLst/>
            <a:gdLst/>
            <a:ahLst/>
            <a:cxnLst/>
            <a:rect r="r" b="b" t="t" l="l"/>
            <a:pathLst>
              <a:path h="2216858" w="3664228">
                <a:moveTo>
                  <a:pt x="0" y="0"/>
                </a:moveTo>
                <a:lnTo>
                  <a:pt x="3664228" y="0"/>
                </a:lnTo>
                <a:lnTo>
                  <a:pt x="3664228" y="2216858"/>
                </a:lnTo>
                <a:lnTo>
                  <a:pt x="0" y="221685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81757" y="4206966"/>
            <a:ext cx="7724487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0"/>
              </a:lnSpc>
              <a:spcBef>
                <a:spcPct val="0"/>
              </a:spcBef>
            </a:pPr>
            <a:r>
              <a:rPr lang="en-US" sz="9550">
                <a:solidFill>
                  <a:srgbClr val="FFFFFF"/>
                </a:solidFill>
                <a:latin typeface="Stella"/>
                <a:ea typeface="Stella"/>
                <a:cs typeface="Stella"/>
                <a:sym typeface="Stella"/>
              </a:rPr>
              <a:t>THANK YOU...!!!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DAG9P-ibnmc</dc:identifier>
  <dcterms:modified xsi:type="dcterms:W3CDTF">2011-08-01T06:04:30Z</dcterms:modified>
  <cp:revision>1</cp:revision>
  <dc:title>Blue White and Orange Playful Cinema Presentation</dc:title>
</cp:coreProperties>
</file>